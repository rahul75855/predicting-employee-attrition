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58" r:id="rId5"/>
    <p:sldId id="264" r:id="rId6"/>
    <p:sldId id="262" r:id="rId7"/>
    <p:sldId id="260" r:id="rId8"/>
    <p:sldId id="263" r:id="rId9"/>
    <p:sldId id="265" r:id="rId10"/>
    <p:sldId id="259" r:id="rId11"/>
    <p:sldId id="266" r:id="rId12"/>
    <p:sldId id="267" r:id="rId13"/>
    <p:sldId id="268" r:id="rId14"/>
    <p:sldId id="269" r:id="rId15"/>
    <p:sldId id="270" r:id="rId16"/>
    <p:sldId id="271" r:id="rId17"/>
    <p:sldId id="272" r:id="rId18"/>
    <p:sldId id="273" r:id="rId19"/>
    <p:sldId id="27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53" d="100"/>
          <a:sy n="53" d="100"/>
        </p:scale>
        <p:origin x="1176"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AA57A-04C3-124B-D2D4-11EFD99B62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8A8ECA8-4B5D-8649-C831-1C8C41C196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18D2C01-2682-153C-E2F9-28E3521C755B}"/>
              </a:ext>
            </a:extLst>
          </p:cNvPr>
          <p:cNvSpPr>
            <a:spLocks noGrp="1"/>
          </p:cNvSpPr>
          <p:nvPr>
            <p:ph type="dt" sz="half" idx="10"/>
          </p:nvPr>
        </p:nvSpPr>
        <p:spPr/>
        <p:txBody>
          <a:bodyPr/>
          <a:lstStyle/>
          <a:p>
            <a:fld id="{6EF37F30-3218-4582-B384-8B73460B10BA}" type="datetimeFigureOut">
              <a:rPr lang="en-US" smtClean="0"/>
              <a:t>4/3/2026</a:t>
            </a:fld>
            <a:endParaRPr lang="en-US"/>
          </a:p>
        </p:txBody>
      </p:sp>
      <p:sp>
        <p:nvSpPr>
          <p:cNvPr id="5" name="Footer Placeholder 4">
            <a:extLst>
              <a:ext uri="{FF2B5EF4-FFF2-40B4-BE49-F238E27FC236}">
                <a16:creationId xmlns:a16="http://schemas.microsoft.com/office/drawing/2014/main" id="{6DBAA2F8-04F7-FFAF-4367-B114B15942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5C1792-57E6-281A-CD14-C8A99336E296}"/>
              </a:ext>
            </a:extLst>
          </p:cNvPr>
          <p:cNvSpPr>
            <a:spLocks noGrp="1"/>
          </p:cNvSpPr>
          <p:nvPr>
            <p:ph type="sldNum" sz="quarter" idx="12"/>
          </p:nvPr>
        </p:nvSpPr>
        <p:spPr/>
        <p:txBody>
          <a:bodyPr/>
          <a:lstStyle/>
          <a:p>
            <a:fld id="{D87EF86F-B13C-4113-82B5-2C8BFE5365E5}" type="slidenum">
              <a:rPr lang="en-US" smtClean="0"/>
              <a:t>‹#›</a:t>
            </a:fld>
            <a:endParaRPr lang="en-US"/>
          </a:p>
        </p:txBody>
      </p:sp>
    </p:spTree>
    <p:extLst>
      <p:ext uri="{BB962C8B-B14F-4D97-AF65-F5344CB8AC3E}">
        <p14:creationId xmlns:p14="http://schemas.microsoft.com/office/powerpoint/2010/main" val="4122454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B1260-C29D-1033-EE73-F85022F499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3D8572-4FA2-A4EC-A6CE-A3F9EF4880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91378D-D1D6-0824-A552-380323DCAE97}"/>
              </a:ext>
            </a:extLst>
          </p:cNvPr>
          <p:cNvSpPr>
            <a:spLocks noGrp="1"/>
          </p:cNvSpPr>
          <p:nvPr>
            <p:ph type="dt" sz="half" idx="10"/>
          </p:nvPr>
        </p:nvSpPr>
        <p:spPr/>
        <p:txBody>
          <a:bodyPr/>
          <a:lstStyle/>
          <a:p>
            <a:fld id="{6EF37F30-3218-4582-B384-8B73460B10BA}" type="datetimeFigureOut">
              <a:rPr lang="en-US" smtClean="0"/>
              <a:t>4/3/2026</a:t>
            </a:fld>
            <a:endParaRPr lang="en-US"/>
          </a:p>
        </p:txBody>
      </p:sp>
      <p:sp>
        <p:nvSpPr>
          <p:cNvPr id="5" name="Footer Placeholder 4">
            <a:extLst>
              <a:ext uri="{FF2B5EF4-FFF2-40B4-BE49-F238E27FC236}">
                <a16:creationId xmlns:a16="http://schemas.microsoft.com/office/drawing/2014/main" id="{522064E0-3B11-F052-0102-42C129EEBF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6E3317-8AF0-D0B6-6CF2-0825A67DDE65}"/>
              </a:ext>
            </a:extLst>
          </p:cNvPr>
          <p:cNvSpPr>
            <a:spLocks noGrp="1"/>
          </p:cNvSpPr>
          <p:nvPr>
            <p:ph type="sldNum" sz="quarter" idx="12"/>
          </p:nvPr>
        </p:nvSpPr>
        <p:spPr/>
        <p:txBody>
          <a:bodyPr/>
          <a:lstStyle/>
          <a:p>
            <a:fld id="{D87EF86F-B13C-4113-82B5-2C8BFE5365E5}" type="slidenum">
              <a:rPr lang="en-US" smtClean="0"/>
              <a:t>‹#›</a:t>
            </a:fld>
            <a:endParaRPr lang="en-US"/>
          </a:p>
        </p:txBody>
      </p:sp>
    </p:spTree>
    <p:extLst>
      <p:ext uri="{BB962C8B-B14F-4D97-AF65-F5344CB8AC3E}">
        <p14:creationId xmlns:p14="http://schemas.microsoft.com/office/powerpoint/2010/main" val="222502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07718-8A01-CDFE-C033-00E9CF4EC3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CE6D686-2AC0-05FA-FF33-86E9C6A60C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D4988B-4724-FBE3-8097-BECE8370D6FE}"/>
              </a:ext>
            </a:extLst>
          </p:cNvPr>
          <p:cNvSpPr>
            <a:spLocks noGrp="1"/>
          </p:cNvSpPr>
          <p:nvPr>
            <p:ph type="dt" sz="half" idx="10"/>
          </p:nvPr>
        </p:nvSpPr>
        <p:spPr/>
        <p:txBody>
          <a:bodyPr/>
          <a:lstStyle/>
          <a:p>
            <a:fld id="{6EF37F30-3218-4582-B384-8B73460B10BA}" type="datetimeFigureOut">
              <a:rPr lang="en-US" smtClean="0"/>
              <a:t>4/3/2026</a:t>
            </a:fld>
            <a:endParaRPr lang="en-US"/>
          </a:p>
        </p:txBody>
      </p:sp>
      <p:sp>
        <p:nvSpPr>
          <p:cNvPr id="5" name="Footer Placeholder 4">
            <a:extLst>
              <a:ext uri="{FF2B5EF4-FFF2-40B4-BE49-F238E27FC236}">
                <a16:creationId xmlns:a16="http://schemas.microsoft.com/office/drawing/2014/main" id="{4B06A16A-8B39-33C8-ACA4-91BB957B06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54AB24-2E25-4CBA-4F1D-75850CAE1094}"/>
              </a:ext>
            </a:extLst>
          </p:cNvPr>
          <p:cNvSpPr>
            <a:spLocks noGrp="1"/>
          </p:cNvSpPr>
          <p:nvPr>
            <p:ph type="sldNum" sz="quarter" idx="12"/>
          </p:nvPr>
        </p:nvSpPr>
        <p:spPr/>
        <p:txBody>
          <a:bodyPr/>
          <a:lstStyle/>
          <a:p>
            <a:fld id="{D87EF86F-B13C-4113-82B5-2C8BFE5365E5}" type="slidenum">
              <a:rPr lang="en-US" smtClean="0"/>
              <a:t>‹#›</a:t>
            </a:fld>
            <a:endParaRPr lang="en-US"/>
          </a:p>
        </p:txBody>
      </p:sp>
    </p:spTree>
    <p:extLst>
      <p:ext uri="{BB962C8B-B14F-4D97-AF65-F5344CB8AC3E}">
        <p14:creationId xmlns:p14="http://schemas.microsoft.com/office/powerpoint/2010/main" val="3187131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5B888-DF3F-7E46-BE78-963008EC01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72B6F9B-C513-7D09-1600-05DA0D18EC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CB177D4-A2A4-4CD2-4CF8-3D667DFDBE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D5DF2E7-3BBA-BD88-7838-3C3B59DD7FC3}"/>
              </a:ext>
            </a:extLst>
          </p:cNvPr>
          <p:cNvSpPr>
            <a:spLocks noGrp="1"/>
          </p:cNvSpPr>
          <p:nvPr>
            <p:ph type="dt" sz="half" idx="10"/>
          </p:nvPr>
        </p:nvSpPr>
        <p:spPr/>
        <p:txBody>
          <a:bodyPr/>
          <a:lstStyle/>
          <a:p>
            <a:fld id="{6EF37F30-3218-4582-B384-8B73460B10BA}" type="datetimeFigureOut">
              <a:rPr lang="en-US" smtClean="0"/>
              <a:t>4/3/2026</a:t>
            </a:fld>
            <a:endParaRPr lang="en-US"/>
          </a:p>
        </p:txBody>
      </p:sp>
      <p:sp>
        <p:nvSpPr>
          <p:cNvPr id="6" name="Footer Placeholder 5">
            <a:extLst>
              <a:ext uri="{FF2B5EF4-FFF2-40B4-BE49-F238E27FC236}">
                <a16:creationId xmlns:a16="http://schemas.microsoft.com/office/drawing/2014/main" id="{7A883701-8900-3301-BE6C-5B5BD577A2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2B66A7-A96D-2B15-FAAC-E462F2A49DC3}"/>
              </a:ext>
            </a:extLst>
          </p:cNvPr>
          <p:cNvSpPr>
            <a:spLocks noGrp="1"/>
          </p:cNvSpPr>
          <p:nvPr>
            <p:ph type="sldNum" sz="quarter" idx="12"/>
          </p:nvPr>
        </p:nvSpPr>
        <p:spPr/>
        <p:txBody>
          <a:bodyPr/>
          <a:lstStyle/>
          <a:p>
            <a:fld id="{D87EF86F-B13C-4113-82B5-2C8BFE5365E5}" type="slidenum">
              <a:rPr lang="en-US" smtClean="0"/>
              <a:t>‹#›</a:t>
            </a:fld>
            <a:endParaRPr lang="en-US"/>
          </a:p>
        </p:txBody>
      </p:sp>
    </p:spTree>
    <p:extLst>
      <p:ext uri="{BB962C8B-B14F-4D97-AF65-F5344CB8AC3E}">
        <p14:creationId xmlns:p14="http://schemas.microsoft.com/office/powerpoint/2010/main" val="950802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2360D-10E1-FA51-4CF8-A8430D3ADC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E6DF9F-6413-663B-65A1-CEFBAF0E0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C96336-6FDA-897E-D7B1-1BCAB924A6C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A4373CB-8BB2-A7AF-B2FF-DAC225B7A9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213FCE-FD3F-1824-170C-AAD3517556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35DE9A7-EB76-58F6-AB18-93C56437F3C6}"/>
              </a:ext>
            </a:extLst>
          </p:cNvPr>
          <p:cNvSpPr>
            <a:spLocks noGrp="1"/>
          </p:cNvSpPr>
          <p:nvPr>
            <p:ph type="dt" sz="half" idx="10"/>
          </p:nvPr>
        </p:nvSpPr>
        <p:spPr/>
        <p:txBody>
          <a:bodyPr/>
          <a:lstStyle/>
          <a:p>
            <a:fld id="{6EF37F30-3218-4582-B384-8B73460B10BA}" type="datetimeFigureOut">
              <a:rPr lang="en-US" smtClean="0"/>
              <a:t>4/3/2026</a:t>
            </a:fld>
            <a:endParaRPr lang="en-US"/>
          </a:p>
        </p:txBody>
      </p:sp>
      <p:sp>
        <p:nvSpPr>
          <p:cNvPr id="8" name="Footer Placeholder 7">
            <a:extLst>
              <a:ext uri="{FF2B5EF4-FFF2-40B4-BE49-F238E27FC236}">
                <a16:creationId xmlns:a16="http://schemas.microsoft.com/office/drawing/2014/main" id="{B9E5EE52-9C4D-941A-C70A-6AACB19FF9F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D009A46-2BFA-DA56-329E-4C62455073E5}"/>
              </a:ext>
            </a:extLst>
          </p:cNvPr>
          <p:cNvSpPr>
            <a:spLocks noGrp="1"/>
          </p:cNvSpPr>
          <p:nvPr>
            <p:ph type="sldNum" sz="quarter" idx="12"/>
          </p:nvPr>
        </p:nvSpPr>
        <p:spPr/>
        <p:txBody>
          <a:bodyPr/>
          <a:lstStyle/>
          <a:p>
            <a:fld id="{D87EF86F-B13C-4113-82B5-2C8BFE5365E5}" type="slidenum">
              <a:rPr lang="en-US" smtClean="0"/>
              <a:t>‹#›</a:t>
            </a:fld>
            <a:endParaRPr lang="en-US"/>
          </a:p>
        </p:txBody>
      </p:sp>
    </p:spTree>
    <p:extLst>
      <p:ext uri="{BB962C8B-B14F-4D97-AF65-F5344CB8AC3E}">
        <p14:creationId xmlns:p14="http://schemas.microsoft.com/office/powerpoint/2010/main" val="6521181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6D519-EC57-FDC4-7217-7283ECB3ED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A3C368-FA60-A5B1-180A-FFBD0ADB738D}"/>
              </a:ext>
            </a:extLst>
          </p:cNvPr>
          <p:cNvSpPr>
            <a:spLocks noGrp="1"/>
          </p:cNvSpPr>
          <p:nvPr>
            <p:ph type="dt" sz="half" idx="10"/>
          </p:nvPr>
        </p:nvSpPr>
        <p:spPr/>
        <p:txBody>
          <a:bodyPr/>
          <a:lstStyle/>
          <a:p>
            <a:fld id="{6EF37F30-3218-4582-B384-8B73460B10BA}" type="datetimeFigureOut">
              <a:rPr lang="en-US" smtClean="0"/>
              <a:t>4/3/2026</a:t>
            </a:fld>
            <a:endParaRPr lang="en-US"/>
          </a:p>
        </p:txBody>
      </p:sp>
      <p:sp>
        <p:nvSpPr>
          <p:cNvPr id="4" name="Footer Placeholder 3">
            <a:extLst>
              <a:ext uri="{FF2B5EF4-FFF2-40B4-BE49-F238E27FC236}">
                <a16:creationId xmlns:a16="http://schemas.microsoft.com/office/drawing/2014/main" id="{1DD80988-FD3B-9621-1779-30FBF3F7369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CAFF5DF-C3E0-056F-49E3-26BF64E5EE9E}"/>
              </a:ext>
            </a:extLst>
          </p:cNvPr>
          <p:cNvSpPr>
            <a:spLocks noGrp="1"/>
          </p:cNvSpPr>
          <p:nvPr>
            <p:ph type="sldNum" sz="quarter" idx="12"/>
          </p:nvPr>
        </p:nvSpPr>
        <p:spPr/>
        <p:txBody>
          <a:bodyPr/>
          <a:lstStyle/>
          <a:p>
            <a:fld id="{D87EF86F-B13C-4113-82B5-2C8BFE5365E5}" type="slidenum">
              <a:rPr lang="en-US" smtClean="0"/>
              <a:t>‹#›</a:t>
            </a:fld>
            <a:endParaRPr lang="en-US"/>
          </a:p>
        </p:txBody>
      </p:sp>
    </p:spTree>
    <p:extLst>
      <p:ext uri="{BB962C8B-B14F-4D97-AF65-F5344CB8AC3E}">
        <p14:creationId xmlns:p14="http://schemas.microsoft.com/office/powerpoint/2010/main" val="2322418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817271-7BBB-359B-7A5A-858374CD6BD5}"/>
              </a:ext>
            </a:extLst>
          </p:cNvPr>
          <p:cNvSpPr>
            <a:spLocks noGrp="1"/>
          </p:cNvSpPr>
          <p:nvPr>
            <p:ph type="dt" sz="half" idx="10"/>
          </p:nvPr>
        </p:nvSpPr>
        <p:spPr/>
        <p:txBody>
          <a:bodyPr/>
          <a:lstStyle/>
          <a:p>
            <a:fld id="{6EF37F30-3218-4582-B384-8B73460B10BA}" type="datetimeFigureOut">
              <a:rPr lang="en-US" smtClean="0"/>
              <a:t>4/3/2026</a:t>
            </a:fld>
            <a:endParaRPr lang="en-US"/>
          </a:p>
        </p:txBody>
      </p:sp>
      <p:sp>
        <p:nvSpPr>
          <p:cNvPr id="3" name="Footer Placeholder 2">
            <a:extLst>
              <a:ext uri="{FF2B5EF4-FFF2-40B4-BE49-F238E27FC236}">
                <a16:creationId xmlns:a16="http://schemas.microsoft.com/office/drawing/2014/main" id="{A846F8B2-41BB-92E4-7B08-09793FB25C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427F58C-991C-74D7-09D8-B686430F179F}"/>
              </a:ext>
            </a:extLst>
          </p:cNvPr>
          <p:cNvSpPr>
            <a:spLocks noGrp="1"/>
          </p:cNvSpPr>
          <p:nvPr>
            <p:ph type="sldNum" sz="quarter" idx="12"/>
          </p:nvPr>
        </p:nvSpPr>
        <p:spPr/>
        <p:txBody>
          <a:bodyPr/>
          <a:lstStyle/>
          <a:p>
            <a:fld id="{D87EF86F-B13C-4113-82B5-2C8BFE5365E5}" type="slidenum">
              <a:rPr lang="en-US" smtClean="0"/>
              <a:t>‹#›</a:t>
            </a:fld>
            <a:endParaRPr lang="en-US"/>
          </a:p>
        </p:txBody>
      </p:sp>
    </p:spTree>
    <p:extLst>
      <p:ext uri="{BB962C8B-B14F-4D97-AF65-F5344CB8AC3E}">
        <p14:creationId xmlns:p14="http://schemas.microsoft.com/office/powerpoint/2010/main" val="3289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4B6AE-87EB-B962-E6AC-001E92A7E4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24CE82-BD22-BB7E-BB13-56A184C023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2347301-8AAA-36A8-3498-58666C7991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12A09B-7D91-B2D2-8731-9E3F90316A47}"/>
              </a:ext>
            </a:extLst>
          </p:cNvPr>
          <p:cNvSpPr>
            <a:spLocks noGrp="1"/>
          </p:cNvSpPr>
          <p:nvPr>
            <p:ph type="dt" sz="half" idx="10"/>
          </p:nvPr>
        </p:nvSpPr>
        <p:spPr/>
        <p:txBody>
          <a:bodyPr/>
          <a:lstStyle/>
          <a:p>
            <a:fld id="{6EF37F30-3218-4582-B384-8B73460B10BA}" type="datetimeFigureOut">
              <a:rPr lang="en-US" smtClean="0"/>
              <a:t>4/3/2026</a:t>
            </a:fld>
            <a:endParaRPr lang="en-US"/>
          </a:p>
        </p:txBody>
      </p:sp>
      <p:sp>
        <p:nvSpPr>
          <p:cNvPr id="6" name="Footer Placeholder 5">
            <a:extLst>
              <a:ext uri="{FF2B5EF4-FFF2-40B4-BE49-F238E27FC236}">
                <a16:creationId xmlns:a16="http://schemas.microsoft.com/office/drawing/2014/main" id="{B88AB279-7899-E8C0-DA7F-EF46B1A827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850B65-3717-46AB-19A9-AE33A0834A5E}"/>
              </a:ext>
            </a:extLst>
          </p:cNvPr>
          <p:cNvSpPr>
            <a:spLocks noGrp="1"/>
          </p:cNvSpPr>
          <p:nvPr>
            <p:ph type="sldNum" sz="quarter" idx="12"/>
          </p:nvPr>
        </p:nvSpPr>
        <p:spPr/>
        <p:txBody>
          <a:bodyPr/>
          <a:lstStyle/>
          <a:p>
            <a:fld id="{D87EF86F-B13C-4113-82B5-2C8BFE5365E5}" type="slidenum">
              <a:rPr lang="en-US" smtClean="0"/>
              <a:t>‹#›</a:t>
            </a:fld>
            <a:endParaRPr lang="en-US"/>
          </a:p>
        </p:txBody>
      </p:sp>
    </p:spTree>
    <p:extLst>
      <p:ext uri="{BB962C8B-B14F-4D97-AF65-F5344CB8AC3E}">
        <p14:creationId xmlns:p14="http://schemas.microsoft.com/office/powerpoint/2010/main" val="1848765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1954F-C8FD-7D1D-4759-4BCEBC1A16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3972073-A889-C9AF-1DA4-836CCA9C7F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399F616-98C0-83B3-6577-F149AB03E4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5807AF-C8A5-AA6E-DC81-8ACA57149FC4}"/>
              </a:ext>
            </a:extLst>
          </p:cNvPr>
          <p:cNvSpPr>
            <a:spLocks noGrp="1"/>
          </p:cNvSpPr>
          <p:nvPr>
            <p:ph type="dt" sz="half" idx="10"/>
          </p:nvPr>
        </p:nvSpPr>
        <p:spPr/>
        <p:txBody>
          <a:bodyPr/>
          <a:lstStyle/>
          <a:p>
            <a:fld id="{6EF37F30-3218-4582-B384-8B73460B10BA}" type="datetimeFigureOut">
              <a:rPr lang="en-US" smtClean="0"/>
              <a:t>4/3/2026</a:t>
            </a:fld>
            <a:endParaRPr lang="en-US"/>
          </a:p>
        </p:txBody>
      </p:sp>
      <p:sp>
        <p:nvSpPr>
          <p:cNvPr id="6" name="Footer Placeholder 5">
            <a:extLst>
              <a:ext uri="{FF2B5EF4-FFF2-40B4-BE49-F238E27FC236}">
                <a16:creationId xmlns:a16="http://schemas.microsoft.com/office/drawing/2014/main" id="{8EC3E173-78D6-8284-8218-83C7638B99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3C4A83-F893-ABA3-92CD-36AF67116FA5}"/>
              </a:ext>
            </a:extLst>
          </p:cNvPr>
          <p:cNvSpPr>
            <a:spLocks noGrp="1"/>
          </p:cNvSpPr>
          <p:nvPr>
            <p:ph type="sldNum" sz="quarter" idx="12"/>
          </p:nvPr>
        </p:nvSpPr>
        <p:spPr/>
        <p:txBody>
          <a:bodyPr/>
          <a:lstStyle/>
          <a:p>
            <a:fld id="{D87EF86F-B13C-4113-82B5-2C8BFE5365E5}" type="slidenum">
              <a:rPr lang="en-US" smtClean="0"/>
              <a:t>‹#›</a:t>
            </a:fld>
            <a:endParaRPr lang="en-US"/>
          </a:p>
        </p:txBody>
      </p:sp>
    </p:spTree>
    <p:extLst>
      <p:ext uri="{BB962C8B-B14F-4D97-AF65-F5344CB8AC3E}">
        <p14:creationId xmlns:p14="http://schemas.microsoft.com/office/powerpoint/2010/main" val="3388846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DC0F8-C338-0752-59A4-0C7F482C54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81DB11A-E6CD-1B67-CF31-F09846A4F8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EE876-252B-8B02-2D0E-137997ACCB8C}"/>
              </a:ext>
            </a:extLst>
          </p:cNvPr>
          <p:cNvSpPr>
            <a:spLocks noGrp="1"/>
          </p:cNvSpPr>
          <p:nvPr>
            <p:ph type="dt" sz="half" idx="10"/>
          </p:nvPr>
        </p:nvSpPr>
        <p:spPr/>
        <p:txBody>
          <a:bodyPr/>
          <a:lstStyle/>
          <a:p>
            <a:fld id="{6EF37F30-3218-4582-B384-8B73460B10BA}" type="datetimeFigureOut">
              <a:rPr lang="en-US" smtClean="0"/>
              <a:t>4/3/2026</a:t>
            </a:fld>
            <a:endParaRPr lang="en-US"/>
          </a:p>
        </p:txBody>
      </p:sp>
      <p:sp>
        <p:nvSpPr>
          <p:cNvPr id="5" name="Footer Placeholder 4">
            <a:extLst>
              <a:ext uri="{FF2B5EF4-FFF2-40B4-BE49-F238E27FC236}">
                <a16:creationId xmlns:a16="http://schemas.microsoft.com/office/drawing/2014/main" id="{8DD6F18A-4ACD-E6E2-39DA-47F7E23FD6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10F26A-316B-A3E7-1A20-678650C58A07}"/>
              </a:ext>
            </a:extLst>
          </p:cNvPr>
          <p:cNvSpPr>
            <a:spLocks noGrp="1"/>
          </p:cNvSpPr>
          <p:nvPr>
            <p:ph type="sldNum" sz="quarter" idx="12"/>
          </p:nvPr>
        </p:nvSpPr>
        <p:spPr/>
        <p:txBody>
          <a:bodyPr/>
          <a:lstStyle/>
          <a:p>
            <a:fld id="{D87EF86F-B13C-4113-82B5-2C8BFE5365E5}" type="slidenum">
              <a:rPr lang="en-US" smtClean="0"/>
              <a:t>‹#›</a:t>
            </a:fld>
            <a:endParaRPr lang="en-US"/>
          </a:p>
        </p:txBody>
      </p:sp>
    </p:spTree>
    <p:extLst>
      <p:ext uri="{BB962C8B-B14F-4D97-AF65-F5344CB8AC3E}">
        <p14:creationId xmlns:p14="http://schemas.microsoft.com/office/powerpoint/2010/main" val="3070850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054F48-7C71-11D1-F1CB-5E57CC2B8FF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F5FA084-A0EF-2B1F-888D-F10FDC3034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3826B2-E8D1-8111-A83D-A019268452D8}"/>
              </a:ext>
            </a:extLst>
          </p:cNvPr>
          <p:cNvSpPr>
            <a:spLocks noGrp="1"/>
          </p:cNvSpPr>
          <p:nvPr>
            <p:ph type="dt" sz="half" idx="10"/>
          </p:nvPr>
        </p:nvSpPr>
        <p:spPr/>
        <p:txBody>
          <a:bodyPr/>
          <a:lstStyle/>
          <a:p>
            <a:fld id="{6EF37F30-3218-4582-B384-8B73460B10BA}" type="datetimeFigureOut">
              <a:rPr lang="en-US" smtClean="0"/>
              <a:t>4/3/2026</a:t>
            </a:fld>
            <a:endParaRPr lang="en-US"/>
          </a:p>
        </p:txBody>
      </p:sp>
      <p:sp>
        <p:nvSpPr>
          <p:cNvPr id="5" name="Footer Placeholder 4">
            <a:extLst>
              <a:ext uri="{FF2B5EF4-FFF2-40B4-BE49-F238E27FC236}">
                <a16:creationId xmlns:a16="http://schemas.microsoft.com/office/drawing/2014/main" id="{02ACB447-7D78-7D93-C5C7-202E0FF685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DF594C-6EEB-F97E-0B8E-2CEB5B77E895}"/>
              </a:ext>
            </a:extLst>
          </p:cNvPr>
          <p:cNvSpPr>
            <a:spLocks noGrp="1"/>
          </p:cNvSpPr>
          <p:nvPr>
            <p:ph type="sldNum" sz="quarter" idx="12"/>
          </p:nvPr>
        </p:nvSpPr>
        <p:spPr/>
        <p:txBody>
          <a:bodyPr/>
          <a:lstStyle/>
          <a:p>
            <a:fld id="{D87EF86F-B13C-4113-82B5-2C8BFE5365E5}" type="slidenum">
              <a:rPr lang="en-US" smtClean="0"/>
              <a:t>‹#›</a:t>
            </a:fld>
            <a:endParaRPr lang="en-US"/>
          </a:p>
        </p:txBody>
      </p:sp>
    </p:spTree>
    <p:extLst>
      <p:ext uri="{BB962C8B-B14F-4D97-AF65-F5344CB8AC3E}">
        <p14:creationId xmlns:p14="http://schemas.microsoft.com/office/powerpoint/2010/main" val="3285027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8EC964-07C9-FD06-1A3C-E53A5D0943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31F438-4D78-A193-B5CC-E730A61F5A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B18CF4-1796-FFFD-28A8-7BAE3B2831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EF37F30-3218-4582-B384-8B73460B10BA}" type="datetimeFigureOut">
              <a:rPr lang="en-US" smtClean="0"/>
              <a:t>4/3/2026</a:t>
            </a:fld>
            <a:endParaRPr lang="en-US"/>
          </a:p>
        </p:txBody>
      </p:sp>
      <p:sp>
        <p:nvSpPr>
          <p:cNvPr id="5" name="Footer Placeholder 4">
            <a:extLst>
              <a:ext uri="{FF2B5EF4-FFF2-40B4-BE49-F238E27FC236}">
                <a16:creationId xmlns:a16="http://schemas.microsoft.com/office/drawing/2014/main" id="{BE65CDDF-2B74-9726-C6D8-F7FD53B1E9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0188C78-9DEF-25AB-332F-FE672F583A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87EF86F-B13C-4113-82B5-2C8BFE5365E5}" type="slidenum">
              <a:rPr lang="en-US" smtClean="0"/>
              <a:t>‹#›</a:t>
            </a:fld>
            <a:endParaRPr lang="en-US"/>
          </a:p>
        </p:txBody>
      </p:sp>
    </p:spTree>
    <p:extLst>
      <p:ext uri="{BB962C8B-B14F-4D97-AF65-F5344CB8AC3E}">
        <p14:creationId xmlns:p14="http://schemas.microsoft.com/office/powerpoint/2010/main" val="31140213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F5A63-6E2B-06FD-2B3B-8BB0874E6D38}"/>
              </a:ext>
            </a:extLst>
          </p:cNvPr>
          <p:cNvSpPr>
            <a:spLocks noGrp="1"/>
          </p:cNvSpPr>
          <p:nvPr>
            <p:ph type="ctrTitle"/>
          </p:nvPr>
        </p:nvSpPr>
        <p:spPr>
          <a:xfrm>
            <a:off x="1274618" y="421105"/>
            <a:ext cx="9144000" cy="2358189"/>
          </a:xfrm>
        </p:spPr>
        <p:txBody>
          <a:bodyPr>
            <a:noAutofit/>
          </a:bodyPr>
          <a:lstStyle/>
          <a:p>
            <a:r>
              <a:rPr lang="en-US" sz="7200" dirty="0"/>
              <a:t>Employee Attrition Prediction</a:t>
            </a:r>
          </a:p>
        </p:txBody>
      </p:sp>
      <p:sp>
        <p:nvSpPr>
          <p:cNvPr id="4" name="Rectangle 1">
            <a:extLst>
              <a:ext uri="{FF2B5EF4-FFF2-40B4-BE49-F238E27FC236}">
                <a16:creationId xmlns:a16="http://schemas.microsoft.com/office/drawing/2014/main" id="{3209ADEE-B304-A69C-EB2B-1AA68FB234E2}"/>
              </a:ext>
            </a:extLst>
          </p:cNvPr>
          <p:cNvSpPr>
            <a:spLocks noGrp="1" noChangeArrowheads="1"/>
          </p:cNvSpPr>
          <p:nvPr>
            <p:ph type="subTitle" idx="1"/>
          </p:nvPr>
        </p:nvSpPr>
        <p:spPr bwMode="auto">
          <a:xfrm>
            <a:off x="1443788" y="3429000"/>
            <a:ext cx="584734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3600" dirty="0">
                <a:latin typeface="Arial" panose="020B0604020202020204" pitchFamily="34" charset="0"/>
              </a:rPr>
              <a:t>N</a:t>
            </a:r>
            <a:r>
              <a:rPr kumimoji="0" lang="en-US" altLang="en-US" sz="3600" b="0" i="0" u="none" strike="noStrike" cap="none" normalizeH="0" baseline="0" dirty="0">
                <a:ln>
                  <a:noFill/>
                </a:ln>
                <a:solidFill>
                  <a:schemeClr val="tx1"/>
                </a:solidFill>
                <a:effectLst/>
                <a:latin typeface="Arial" panose="020B0604020202020204" pitchFamily="34" charset="0"/>
              </a:rPr>
              <a:t>ame : Rahul </a:t>
            </a:r>
            <a:r>
              <a:rPr lang="en-US" altLang="en-US" sz="3600" dirty="0">
                <a:latin typeface="Arial" panose="020B0604020202020204" pitchFamily="34" charset="0"/>
              </a:rPr>
              <a:t>K</a:t>
            </a:r>
            <a:r>
              <a:rPr kumimoji="0" lang="en-US" altLang="en-US" sz="3600" b="0" i="0" u="none" strike="noStrike" cap="none" normalizeH="0" baseline="0" dirty="0">
                <a:ln>
                  <a:noFill/>
                </a:ln>
                <a:solidFill>
                  <a:schemeClr val="tx1"/>
                </a:solidFill>
                <a:effectLst/>
                <a:latin typeface="Arial" panose="020B0604020202020204" pitchFamily="34" charset="0"/>
              </a:rPr>
              <a:t>umar</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Roll :B24BS2271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Subject : PRP</a:t>
            </a:r>
          </a:p>
        </p:txBody>
      </p:sp>
    </p:spTree>
    <p:extLst>
      <p:ext uri="{BB962C8B-B14F-4D97-AF65-F5344CB8AC3E}">
        <p14:creationId xmlns:p14="http://schemas.microsoft.com/office/powerpoint/2010/main" val="3924496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F4F5CF84-44EF-EA9B-A540-C71EC72627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040383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1E5EC92B-C4A5-907B-97E7-2B1C55ABBF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164"/>
            <a:ext cx="12192000" cy="6858000"/>
          </a:xfrm>
          <a:prstGeom prst="rect">
            <a:avLst/>
          </a:prstGeom>
        </p:spPr>
      </p:pic>
    </p:spTree>
    <p:extLst>
      <p:ext uri="{BB962C8B-B14F-4D97-AF65-F5344CB8AC3E}">
        <p14:creationId xmlns:p14="http://schemas.microsoft.com/office/powerpoint/2010/main" val="3874620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17E34E0-335A-D893-ABA4-5D70B2B77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68016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78A81A8A-60A9-8D80-98C6-E9BD78AE8A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193338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screenshot of a computer&#10;&#10;AI-generated content may be incorrect.">
            <a:extLst>
              <a:ext uri="{FF2B5EF4-FFF2-40B4-BE49-F238E27FC236}">
                <a16:creationId xmlns:a16="http://schemas.microsoft.com/office/drawing/2014/main" id="{5F1DB9D6-7A1D-B96E-952B-B7256A12A7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778560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screenshot of a computer">
            <a:extLst>
              <a:ext uri="{FF2B5EF4-FFF2-40B4-BE49-F238E27FC236}">
                <a16:creationId xmlns:a16="http://schemas.microsoft.com/office/drawing/2014/main" id="{FD6C27AD-310A-FF72-59A3-BEABB76DD0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163408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FA29905-8FB8-918A-9A37-975E9AD667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053954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823A904-2F39-1631-6197-42736909F8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2729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A screenshot of a computer&#10;&#10;AI-generated content may be incorrect.">
            <a:extLst>
              <a:ext uri="{FF2B5EF4-FFF2-40B4-BE49-F238E27FC236}">
                <a16:creationId xmlns:a16="http://schemas.microsoft.com/office/drawing/2014/main" id="{C8C3B9BD-47D7-B5DB-A504-7884AB126F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8126"/>
            <a:ext cx="12192000" cy="6858000"/>
          </a:xfrm>
          <a:prstGeom prst="rect">
            <a:avLst/>
          </a:prstGeom>
        </p:spPr>
      </p:pic>
    </p:spTree>
    <p:extLst>
      <p:ext uri="{BB962C8B-B14F-4D97-AF65-F5344CB8AC3E}">
        <p14:creationId xmlns:p14="http://schemas.microsoft.com/office/powerpoint/2010/main" val="19040534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43411E97-FA24-8CD8-62E3-0AABD24B68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175516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screenshot of a computer&#10;&#10;AI-generated content may be incorrect.">
            <a:extLst>
              <a:ext uri="{FF2B5EF4-FFF2-40B4-BE49-F238E27FC236}">
                <a16:creationId xmlns:a16="http://schemas.microsoft.com/office/drawing/2014/main" id="{3D01DC96-D1F2-A744-89A7-8087599FD3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871366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41D25DC8-9DAE-B391-BDBB-BC8C2F8E61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67636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1FFCC7-7E7F-CDD2-0883-B72717F243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0"/>
            <a:ext cx="7620000" cy="6858000"/>
          </a:xfrm>
          <a:prstGeom prst="rect">
            <a:avLst/>
          </a:prstGeom>
        </p:spPr>
      </p:pic>
    </p:spTree>
    <p:extLst>
      <p:ext uri="{BB962C8B-B14F-4D97-AF65-F5344CB8AC3E}">
        <p14:creationId xmlns:p14="http://schemas.microsoft.com/office/powerpoint/2010/main" val="2284201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01C4C112-C345-5461-FC87-921234258A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8103" y="0"/>
            <a:ext cx="7495794" cy="6858000"/>
          </a:xfrm>
          <a:prstGeom prst="rect">
            <a:avLst/>
          </a:prstGeom>
        </p:spPr>
      </p:pic>
    </p:spTree>
    <p:extLst>
      <p:ext uri="{BB962C8B-B14F-4D97-AF65-F5344CB8AC3E}">
        <p14:creationId xmlns:p14="http://schemas.microsoft.com/office/powerpoint/2010/main" val="2793726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04D4DD-8174-44C3-637D-286CBEE2DA10}"/>
              </a:ext>
            </a:extLst>
          </p:cNvPr>
          <p:cNvSpPr txBox="1"/>
          <p:nvPr/>
        </p:nvSpPr>
        <p:spPr>
          <a:xfrm>
            <a:off x="336884" y="264695"/>
            <a:ext cx="11682663" cy="4893647"/>
          </a:xfrm>
          <a:prstGeom prst="rect">
            <a:avLst/>
          </a:prstGeom>
          <a:noFill/>
        </p:spPr>
        <p:txBody>
          <a:bodyPr wrap="square">
            <a:spAutoFit/>
          </a:bodyPr>
          <a:lstStyle/>
          <a:p>
            <a:r>
              <a:rPr lang="en-US" sz="3600" dirty="0"/>
              <a:t>Reflection Questions: </a:t>
            </a:r>
          </a:p>
          <a:p>
            <a:r>
              <a:rPr lang="en-US" sz="2800" dirty="0"/>
              <a:t>Q1. Which attributes were most important for attrition? </a:t>
            </a:r>
          </a:p>
          <a:p>
            <a:r>
              <a:rPr lang="en-US" sz="2400" dirty="0"/>
              <a:t>        :- Job Satisfaction, Over Time, and Years Since Last Promotion were the most important attributes influencing employee attrition. Employees with low job satisfaction and high overtime showed a higher tendency to leave. Lack of promotions also contributed to dissatisfaction and increased attrition risk.</a:t>
            </a:r>
          </a:p>
          <a:p>
            <a:endParaRPr lang="en-US" sz="2800" dirty="0"/>
          </a:p>
          <a:p>
            <a:r>
              <a:rPr lang="en-US" sz="2800" dirty="0"/>
              <a:t>Q2. Was your model overfitting or underfitting? Why?</a:t>
            </a:r>
          </a:p>
          <a:p>
            <a:r>
              <a:rPr lang="en-US" sz="2400" dirty="0"/>
              <a:t>        :- The J48 decision tree showed signs of overfitting when model complexity increased, as it created a large tree but did not significantly improve cross-validation accuracy. The </a:t>
            </a:r>
            <a:r>
              <a:rPr lang="en-US" sz="2400" dirty="0" err="1"/>
              <a:t>ZeroR</a:t>
            </a:r>
            <a:r>
              <a:rPr lang="en-US" sz="2400" dirty="0"/>
              <a:t> model demonstrated underfitting since it predicted only the majority class and failed to learn meaningful patterns from the data. </a:t>
            </a:r>
          </a:p>
        </p:txBody>
      </p:sp>
    </p:spTree>
    <p:extLst>
      <p:ext uri="{BB962C8B-B14F-4D97-AF65-F5344CB8AC3E}">
        <p14:creationId xmlns:p14="http://schemas.microsoft.com/office/powerpoint/2010/main" val="3693084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3E72F6-7F17-7E05-1A68-11A33A8FE7C1}"/>
              </a:ext>
            </a:extLst>
          </p:cNvPr>
          <p:cNvSpPr txBox="1"/>
          <p:nvPr/>
        </p:nvSpPr>
        <p:spPr>
          <a:xfrm>
            <a:off x="324853" y="360947"/>
            <a:ext cx="11574379" cy="4339650"/>
          </a:xfrm>
          <a:prstGeom prst="rect">
            <a:avLst/>
          </a:prstGeom>
          <a:noFill/>
        </p:spPr>
        <p:txBody>
          <a:bodyPr wrap="square">
            <a:spAutoFit/>
          </a:bodyPr>
          <a:lstStyle/>
          <a:p>
            <a:r>
              <a:rPr lang="en-US" sz="2800" dirty="0"/>
              <a:t>Q3. What data improvements could reduce errors? </a:t>
            </a:r>
          </a:p>
          <a:p>
            <a:r>
              <a:rPr lang="en-US" sz="2400" dirty="0"/>
              <a:t>        :- Model performance can be improved by adding more relevant features such as employee engagement, manager feedback, and work environment factors. Additionally, balancing the dataset and removing irrelevant features like Employee ID can help reduce prediction errors.</a:t>
            </a:r>
          </a:p>
          <a:p>
            <a:endParaRPr lang="en-US" sz="2800" dirty="0"/>
          </a:p>
          <a:p>
            <a:r>
              <a:rPr lang="en-US" sz="2800" dirty="0"/>
              <a:t>Q4. How should HR teams use this model in decision-making?</a:t>
            </a:r>
          </a:p>
          <a:p>
            <a:r>
              <a:rPr lang="en-US" sz="2400" dirty="0"/>
              <a:t>        :-HR teams should use this model as a decision-support tool rather than relying on it completely. It can help identify employees at high risk of attrition, allowing HR to take preventive actions such as improving job satisfaction, reducing overtime, and offering timely promotions.</a:t>
            </a:r>
          </a:p>
        </p:txBody>
      </p:sp>
    </p:spTree>
    <p:extLst>
      <p:ext uri="{BB962C8B-B14F-4D97-AF65-F5344CB8AC3E}">
        <p14:creationId xmlns:p14="http://schemas.microsoft.com/office/powerpoint/2010/main" val="2966448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D6CB1A-F446-5D5C-58B4-80BD692543E3}"/>
              </a:ext>
            </a:extLst>
          </p:cNvPr>
          <p:cNvSpPr txBox="1"/>
          <p:nvPr/>
        </p:nvSpPr>
        <p:spPr>
          <a:xfrm>
            <a:off x="312822" y="306175"/>
            <a:ext cx="11538283" cy="5755422"/>
          </a:xfrm>
          <a:prstGeom prst="rect">
            <a:avLst/>
          </a:prstGeom>
          <a:noFill/>
        </p:spPr>
        <p:txBody>
          <a:bodyPr wrap="square">
            <a:spAutoFit/>
          </a:bodyPr>
          <a:lstStyle/>
          <a:p>
            <a:r>
              <a:rPr lang="en-US" sz="3200" dirty="0"/>
              <a:t>Conclusion:</a:t>
            </a:r>
          </a:p>
          <a:p>
            <a:endParaRPr lang="en-US" sz="2400" dirty="0"/>
          </a:p>
          <a:p>
            <a:r>
              <a:rPr lang="en-US" sz="2400" dirty="0"/>
              <a:t>This project demonstrated an end-to-end machine learning workflow for predicting employee attrition using Weka. The analysis showed that factors such as job satisfaction, overtime, and lack of promotions significantly influence employee attrition.</a:t>
            </a:r>
          </a:p>
          <a:p>
            <a:endParaRPr lang="en-US" sz="2400" dirty="0"/>
          </a:p>
          <a:p>
            <a:r>
              <a:rPr lang="en-US" sz="2400" dirty="0"/>
              <a:t>The J48 decision tree model helped identify patterns in the data, but its performance indicated limitations due to possible overfitting and weak feature relationships. The </a:t>
            </a:r>
            <a:r>
              <a:rPr lang="en-US" sz="2400" dirty="0" err="1"/>
              <a:t>ZeroR</a:t>
            </a:r>
            <a:r>
              <a:rPr lang="en-US" sz="2400" dirty="0"/>
              <a:t> model served as a baseline, highlighting that the dataset has limited predictive strength.</a:t>
            </a:r>
          </a:p>
          <a:p>
            <a:endParaRPr lang="en-US" sz="2400" dirty="0"/>
          </a:p>
          <a:p>
            <a:r>
              <a:rPr lang="en-US" sz="2400" dirty="0"/>
              <a:t>Overall, this project shows that machine learning can support HR decision-making by identifying high-risk employees. However, the model should be used as a decision-support tool alongside human judgment for effective workforce management.</a:t>
            </a:r>
          </a:p>
        </p:txBody>
      </p:sp>
    </p:spTree>
    <p:extLst>
      <p:ext uri="{BB962C8B-B14F-4D97-AF65-F5344CB8AC3E}">
        <p14:creationId xmlns:p14="http://schemas.microsoft.com/office/powerpoint/2010/main" val="11807551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2F2D4-D029-2C86-6463-695F7BE1F15F}"/>
              </a:ext>
            </a:extLst>
          </p:cNvPr>
          <p:cNvSpPr>
            <a:spLocks noGrp="1"/>
          </p:cNvSpPr>
          <p:nvPr>
            <p:ph type="ctrTitle"/>
          </p:nvPr>
        </p:nvSpPr>
        <p:spPr>
          <a:xfrm>
            <a:off x="2859505" y="108284"/>
            <a:ext cx="5622758" cy="2078205"/>
          </a:xfrm>
        </p:spPr>
        <p:txBody>
          <a:bodyPr>
            <a:normAutofit/>
          </a:bodyPr>
          <a:lstStyle/>
          <a:p>
            <a:r>
              <a:rPr lang="en-GB" sz="9600" dirty="0"/>
              <a:t>Thank you </a:t>
            </a:r>
            <a:endParaRPr lang="en-US" sz="9600" dirty="0"/>
          </a:p>
        </p:txBody>
      </p:sp>
      <p:sp>
        <p:nvSpPr>
          <p:cNvPr id="3" name="Subtitle 2">
            <a:extLst>
              <a:ext uri="{FF2B5EF4-FFF2-40B4-BE49-F238E27FC236}">
                <a16:creationId xmlns:a16="http://schemas.microsoft.com/office/drawing/2014/main" id="{5D7B983F-0B15-A308-32B8-62BDFEC13905}"/>
              </a:ext>
            </a:extLst>
          </p:cNvPr>
          <p:cNvSpPr>
            <a:spLocks noGrp="1"/>
          </p:cNvSpPr>
          <p:nvPr>
            <p:ph type="subTitle" idx="1"/>
          </p:nvPr>
        </p:nvSpPr>
        <p:spPr>
          <a:xfrm>
            <a:off x="1259305" y="3429000"/>
            <a:ext cx="5622758" cy="2165684"/>
          </a:xfrm>
        </p:spPr>
        <p:txBody>
          <a:bodyPr>
            <a:normAutofit/>
          </a:bodyPr>
          <a:lstStyle/>
          <a:p>
            <a:pPr algn="l"/>
            <a:r>
              <a:rPr lang="en-GB" sz="4000" dirty="0"/>
              <a:t>Name : Rahul Kumar</a:t>
            </a:r>
          </a:p>
          <a:p>
            <a:pPr algn="l"/>
            <a:r>
              <a:rPr lang="en-GB" sz="4000" dirty="0"/>
              <a:t>Roll : B24BS2271</a:t>
            </a:r>
            <a:endParaRPr lang="en-US" sz="4000" dirty="0"/>
          </a:p>
        </p:txBody>
      </p:sp>
    </p:spTree>
    <p:extLst>
      <p:ext uri="{BB962C8B-B14F-4D97-AF65-F5344CB8AC3E}">
        <p14:creationId xmlns:p14="http://schemas.microsoft.com/office/powerpoint/2010/main" val="33578495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377</Words>
  <Application>Microsoft Office PowerPoint</Application>
  <PresentationFormat>Widescreen</PresentationFormat>
  <Paragraphs>25</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Aptos Display</vt:lpstr>
      <vt:lpstr>Arial</vt:lpstr>
      <vt:lpstr>Office Theme</vt:lpstr>
      <vt:lpstr>Employee Attrition Prediction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Rahul .</dc:creator>
  <cp:lastModifiedBy>Rahul .</cp:lastModifiedBy>
  <cp:revision>1</cp:revision>
  <dcterms:created xsi:type="dcterms:W3CDTF">2026-04-03T11:17:28Z</dcterms:created>
  <dcterms:modified xsi:type="dcterms:W3CDTF">2026-04-03T11:23:58Z</dcterms:modified>
</cp:coreProperties>
</file>